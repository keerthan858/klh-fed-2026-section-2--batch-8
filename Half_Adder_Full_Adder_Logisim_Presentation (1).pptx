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Design and Simulation of Half Adder and Full Adder Using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Digital Electronics / DDCA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Adders are combinational digital circuits used to perform binary addition.</a:t>
            </a:r>
          </a:p>
          <a:p>
            <a:pPr>
              <a:spcAft>
                <a:spcPts val="1200"/>
              </a:spcAft>
              <a:defRPr sz="2000"/>
            </a:pPr>
            <a:r>
              <a:t>A Half Adder adds two 1-bit binary numbers.</a:t>
            </a:r>
          </a:p>
          <a:p>
            <a:pPr>
              <a:spcAft>
                <a:spcPts val="1200"/>
              </a:spcAft>
              <a:defRPr sz="2000"/>
            </a:pPr>
            <a:r>
              <a:t>A Full Adder adds three 1-bit inputs: A, B, and Carry-in.</a:t>
            </a:r>
          </a:p>
          <a:p>
            <a:pPr>
              <a:spcAft>
                <a:spcPts val="1200"/>
              </a:spcAft>
              <a:defRPr sz="2000"/>
            </a:pPr>
            <a:r>
              <a:t>Logisim is used to design, simulate, and verify the circuits.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 Half Adder using basic logic gates.</a:t>
            </a:r>
          </a:p>
          <a:p>
            <a:pPr>
              <a:spcAft>
                <a:spcPts val="1200"/>
              </a:spcAft>
              <a:defRPr sz="2000"/>
            </a:pPr>
            <a:r>
              <a:t>Design a Full Adder using basic logic gates.</a:t>
            </a:r>
          </a:p>
          <a:p>
            <a:pPr>
              <a:spcAft>
                <a:spcPts val="1200"/>
              </a:spcAft>
              <a:defRPr sz="2000"/>
            </a:pPr>
            <a:r>
              <a:t>Create and simulate both circuits in Logisim.</a:t>
            </a:r>
          </a:p>
          <a:p>
            <a:pPr>
              <a:spcAft>
                <a:spcPts val="1200"/>
              </a:spcAft>
              <a:defRPr sz="2000"/>
            </a:pPr>
            <a:r>
              <a:t>Verify the outputs using truth tables.</a:t>
            </a:r>
          </a:p>
          <a:p>
            <a:pPr>
              <a:spcAft>
                <a:spcPts val="1200"/>
              </a:spcAft>
              <a:defRPr sz="2000"/>
            </a:pPr>
            <a:r>
              <a:t>Understand Sum and Carry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Inputs: A and B</a:t>
            </a:r>
          </a:p>
          <a:p>
            <a:pPr>
              <a:spcAft>
                <a:spcPts val="1200"/>
              </a:spcAft>
              <a:defRPr sz="2000"/>
            </a:pPr>
            <a:r>
              <a:t>Outputs: Sum (S) and Carry (C)</a:t>
            </a:r>
          </a:p>
          <a:p>
            <a:pPr>
              <a:spcAft>
                <a:spcPts val="1200"/>
              </a:spcAft>
              <a:defRPr sz="2000"/>
            </a:pPr>
            <a:r>
              <a:t>Sum is produced using an XOR gate.</a:t>
            </a:r>
          </a:p>
          <a:p>
            <a:pPr>
              <a:spcAft>
                <a:spcPts val="1200"/>
              </a:spcAft>
              <a:defRPr sz="2000"/>
            </a:pPr>
            <a:r>
              <a:t>Carry is produced using an AND gate.</a:t>
            </a:r>
          </a:p>
          <a:p>
            <a:pPr>
              <a:spcAft>
                <a:spcPts val="1200"/>
              </a:spcAft>
              <a:defRPr sz="2000"/>
            </a:pPr>
            <a:r>
              <a:t>Equations: S = A ⊕ B    and    C = A ·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Half Adder Truth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   B    |    Sum    Carry</a:t>
            </a:r>
          </a:p>
          <a:p>
            <a:pPr>
              <a:spcAft>
                <a:spcPts val="1200"/>
              </a:spcAft>
              <a:defRPr sz="2000"/>
            </a:pPr>
            <a:r>
              <a:t>0    0    |     0       0</a:t>
            </a:r>
          </a:p>
          <a:p>
            <a:pPr>
              <a:spcAft>
                <a:spcPts val="1200"/>
              </a:spcAft>
              <a:defRPr sz="2000"/>
            </a:pPr>
            <a:r>
              <a:t>0    1    |     1       0</a:t>
            </a:r>
          </a:p>
          <a:p>
            <a:pPr>
              <a:spcAft>
                <a:spcPts val="1200"/>
              </a:spcAft>
              <a:defRPr sz="2000"/>
            </a:pPr>
            <a:r>
              <a:t>1    0    |     1       0</a:t>
            </a:r>
          </a:p>
          <a:p>
            <a:pPr>
              <a:spcAft>
                <a:spcPts val="1200"/>
              </a:spcAft>
              <a:defRPr sz="2000"/>
            </a:pPr>
            <a:r>
              <a:t>1    1    |     0      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Half Adder in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Place two input pins: A and B.</a:t>
            </a:r>
          </a:p>
          <a:p>
            <a:pPr>
              <a:spcAft>
                <a:spcPts val="1200"/>
              </a:spcAft>
              <a:defRPr sz="2000"/>
            </a:pPr>
            <a:r>
              <a:t>Add one XOR gate for the Sum output.</a:t>
            </a:r>
          </a:p>
          <a:p>
            <a:pPr>
              <a:spcAft>
                <a:spcPts val="1200"/>
              </a:spcAft>
              <a:defRPr sz="2000"/>
            </a:pPr>
            <a:r>
              <a:t>Add one AND gate for the Carry output.</a:t>
            </a:r>
          </a:p>
          <a:p>
            <a:pPr>
              <a:spcAft>
                <a:spcPts val="1200"/>
              </a:spcAft>
              <a:defRPr sz="2000"/>
            </a:pPr>
            <a:r>
              <a:t>Connect A and B to both gates.</a:t>
            </a:r>
          </a:p>
          <a:p>
            <a:pPr>
              <a:spcAft>
                <a:spcPts val="1200"/>
              </a:spcAft>
              <a:defRPr sz="2000"/>
            </a:pPr>
            <a:r>
              <a:t>Connect the outputs to two output pins or LEDs labeled Sum and Carry.</a:t>
            </a:r>
          </a:p>
          <a:p>
            <a:pPr>
              <a:spcAft>
                <a:spcPts val="1200"/>
              </a:spcAft>
              <a:defRPr sz="2000"/>
            </a:pPr>
            <a:r>
              <a:t>Toggle the inputs and verify all four truth-table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Inputs: A, B, and Carry-in (Cin)</a:t>
            </a:r>
          </a:p>
          <a:p>
            <a:pPr>
              <a:spcAft>
                <a:spcPts val="1200"/>
              </a:spcAft>
              <a:defRPr sz="2000"/>
            </a:pPr>
            <a:r>
              <a:t>Outputs: Sum (S) and Carry-out (Cout)</a:t>
            </a:r>
          </a:p>
          <a:p>
            <a:pPr>
              <a:spcAft>
                <a:spcPts val="1200"/>
              </a:spcAft>
              <a:defRPr sz="2000"/>
            </a:pPr>
            <a:r>
              <a:t>A Full Adder can be constructed using two Half Adders and one OR gate.</a:t>
            </a:r>
          </a:p>
          <a:p>
            <a:pPr>
              <a:spcAft>
                <a:spcPts val="1200"/>
              </a:spcAft>
              <a:defRPr sz="2000"/>
            </a:pPr>
            <a:r>
              <a:t>Equations: S = A ⊕ B ⊕ Cin</a:t>
            </a:r>
          </a:p>
          <a:p>
            <a:pPr>
              <a:spcAft>
                <a:spcPts val="1200"/>
              </a:spcAft>
              <a:defRPr sz="2000"/>
            </a:pPr>
            <a:r>
              <a:t>Cout = AB + Cin(A ⊕ 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Full Adder Truth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 B  Cin | Sum  Cout</a:t>
            </a:r>
          </a:p>
          <a:p>
            <a:pPr>
              <a:spcAft>
                <a:spcPts val="1200"/>
              </a:spcAft>
              <a:defRPr sz="2000"/>
            </a:pPr>
            <a:r>
              <a:t>0  0   0  |  0    0</a:t>
            </a:r>
          </a:p>
          <a:p>
            <a:pPr>
              <a:spcAft>
                <a:spcPts val="1200"/>
              </a:spcAft>
              <a:defRPr sz="2000"/>
            </a:pPr>
            <a:r>
              <a:t>0  0   1  |  1    0</a:t>
            </a:r>
          </a:p>
          <a:p>
            <a:pPr>
              <a:spcAft>
                <a:spcPts val="1200"/>
              </a:spcAft>
              <a:defRPr sz="2000"/>
            </a:pPr>
            <a:r>
              <a:t>0  1   0  |  1    0</a:t>
            </a:r>
          </a:p>
          <a:p>
            <a:pPr>
              <a:spcAft>
                <a:spcPts val="1200"/>
              </a:spcAft>
              <a:defRPr sz="2000"/>
            </a:pPr>
            <a:r>
              <a:t>0  1   1  |  0    1</a:t>
            </a:r>
          </a:p>
          <a:p>
            <a:pPr>
              <a:spcAft>
                <a:spcPts val="1200"/>
              </a:spcAft>
              <a:defRPr sz="2000"/>
            </a:pPr>
            <a:r>
              <a:t>1  0   0  |  1    0</a:t>
            </a:r>
          </a:p>
          <a:p>
            <a:pPr>
              <a:spcAft>
                <a:spcPts val="1200"/>
              </a:spcAft>
              <a:defRPr sz="2000"/>
            </a:pPr>
            <a:r>
              <a:t>1  0   1  |  0    1</a:t>
            </a:r>
          </a:p>
          <a:p>
            <a:pPr>
              <a:spcAft>
                <a:spcPts val="1200"/>
              </a:spcAft>
              <a:defRPr sz="2000"/>
            </a:pPr>
            <a:r>
              <a:t>1  1   0  |  0    1</a:t>
            </a:r>
          </a:p>
          <a:p>
            <a:pPr>
              <a:spcAft>
                <a:spcPts val="1200"/>
              </a:spcAft>
              <a:defRPr sz="2000"/>
            </a:pPr>
            <a:r>
              <a:t>1  1   1  |  1   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Full Adder in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 three input pins: A, B, and Cin.</a:t>
            </a:r>
          </a:p>
          <a:p>
            <a:pPr>
              <a:spcAft>
                <a:spcPts val="1200"/>
              </a:spcAft>
              <a:defRPr sz="2000"/>
            </a:pPr>
            <a:r>
              <a:t>Use two XOR gates to generate the Sum.</a:t>
            </a:r>
          </a:p>
          <a:p>
            <a:pPr>
              <a:spcAft>
                <a:spcPts val="1200"/>
              </a:spcAft>
              <a:defRPr sz="2000"/>
            </a:pPr>
            <a:r>
              <a:t>Use two AND gates to generate carry terms.</a:t>
            </a:r>
          </a:p>
          <a:p>
            <a:pPr>
              <a:spcAft>
                <a:spcPts val="1200"/>
              </a:spcAft>
              <a:defRPr sz="2000"/>
            </a:pPr>
            <a:r>
              <a:t>Use one OR gate to generate Cout.</a:t>
            </a:r>
          </a:p>
          <a:p>
            <a:pPr>
              <a:spcAft>
                <a:spcPts val="1200"/>
              </a:spcAft>
              <a:defRPr sz="2000"/>
            </a:pPr>
            <a:r>
              <a:t>Connect the gates according to the Full Adder equations.</a:t>
            </a:r>
          </a:p>
          <a:p>
            <a:pPr>
              <a:spcAft>
                <a:spcPts val="1200"/>
              </a:spcAft>
              <a:defRPr sz="2000"/>
            </a:pPr>
            <a:r>
              <a:t>Test all eight input combinations in Logisim.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Simulation and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Logisim allows input switches to be toggled between 0 and 1.</a:t>
            </a:r>
          </a:p>
          <a:p>
            <a:pPr>
              <a:spcAft>
                <a:spcPts val="1200"/>
              </a:spcAft>
              <a:defRPr sz="2000"/>
            </a:pPr>
            <a:r>
              <a:t>The circuit outputs change immediately according to the applied inputs.</a:t>
            </a:r>
          </a:p>
          <a:p>
            <a:pPr>
              <a:spcAft>
                <a:spcPts val="1200"/>
              </a:spcAft>
              <a:defRPr sz="2000"/>
            </a:pPr>
            <a:r>
              <a:t>For the Half Adder, verify 4 input combinations.</a:t>
            </a:r>
          </a:p>
          <a:p>
            <a:pPr>
              <a:spcAft>
                <a:spcPts val="1200"/>
              </a:spcAft>
              <a:defRPr sz="2000"/>
            </a:pPr>
            <a:r>
              <a:t>For the Full Adder, verify 8 input combinations.</a:t>
            </a:r>
          </a:p>
          <a:p>
            <a:pPr>
              <a:spcAft>
                <a:spcPts val="1200"/>
              </a:spcAft>
              <a:defRPr sz="2000"/>
            </a:pPr>
            <a:r>
              <a:t>The simulated outputs should match the theoretical truth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Half Adder: 2 inputs, 2 outputs, no Carry-in.</a:t>
            </a:r>
          </a:p>
          <a:p>
            <a:pPr>
              <a:spcAft>
                <a:spcPts val="1200"/>
              </a:spcAft>
              <a:defRPr sz="2000"/>
            </a:pPr>
            <a:r>
              <a:t>Full Adder: 3 inputs, 2 outputs, includes Carry-in.</a:t>
            </a:r>
          </a:p>
          <a:p>
            <a:pPr>
              <a:spcAft>
                <a:spcPts val="1200"/>
              </a:spcAft>
              <a:defRPr sz="2000"/>
            </a:pPr>
            <a:r>
              <a:t>Half Adder is simpler and is suitable for adding two single bits.</a:t>
            </a:r>
          </a:p>
          <a:p>
            <a:pPr>
              <a:spcAft>
                <a:spcPts val="1200"/>
              </a:spcAft>
              <a:defRPr sz="2000"/>
            </a:pPr>
            <a:r>
              <a:t>Full Adders are combined to build multi-bit binary adders.</a:t>
            </a:r>
          </a:p>
          <a:p>
            <a:pPr>
              <a:spcAft>
                <a:spcPts val="1200"/>
              </a:spcAft>
              <a:defRPr sz="2000"/>
            </a:pPr>
            <a:r>
              <a:t>Full Adder is therefore more useful for practical binary arithmetic.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Binary addition in computers and processors.</a:t>
            </a:r>
          </a:p>
          <a:p>
            <a:pPr>
              <a:spcAft>
                <a:spcPts val="1200"/>
              </a:spcAft>
              <a:defRPr sz="2000"/>
            </a:pPr>
            <a:r>
              <a:t>Arithmetic Logic Units (ALUs).</a:t>
            </a:r>
          </a:p>
          <a:p>
            <a:pPr>
              <a:spcAft>
                <a:spcPts val="1200"/>
              </a:spcAft>
              <a:defRPr sz="2000"/>
            </a:pPr>
            <a:r>
              <a:t>Digital calculators.</a:t>
            </a:r>
          </a:p>
          <a:p>
            <a:pPr>
              <a:spcAft>
                <a:spcPts val="1200"/>
              </a:spcAft>
              <a:defRPr sz="2000"/>
            </a:pPr>
            <a:r>
              <a:t>Counters and digital signal-processing circuits.</a:t>
            </a:r>
          </a:p>
          <a:p>
            <a:pPr>
              <a:spcAft>
                <a:spcPts val="1200"/>
              </a:spcAft>
              <a:defRPr sz="2000"/>
            </a:pPr>
            <a:r>
              <a:t>Multi-bit ripple-carry and other adder architectures.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Half Adder and Full Adder circuits were designed using logic gates.</a:t>
            </a:r>
          </a:p>
          <a:p>
            <a:pPr>
              <a:spcAft>
                <a:spcPts val="1200"/>
              </a:spcAft>
              <a:defRPr sz="2000"/>
            </a:pPr>
            <a:r>
              <a:t>Both circuits were simulated and tested using Logisim.</a:t>
            </a:r>
          </a:p>
          <a:p>
            <a:pPr>
              <a:spcAft>
                <a:spcPts val="1200"/>
              </a:spcAft>
              <a:defRPr sz="2000"/>
            </a:pPr>
            <a:r>
              <a:t>The simulation results agree with their truth tables.</a:t>
            </a:r>
          </a:p>
          <a:p>
            <a:pPr>
              <a:spcAft>
                <a:spcPts val="1200"/>
              </a:spcAft>
              <a:defRPr sz="2000"/>
            </a:pPr>
            <a:r>
              <a:t>The experiment demonstrates how basic gates can perform binary arithmetic.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Logisim – Digital logic circuit simulation software.</a:t>
            </a:r>
          </a:p>
          <a:p>
            <a:pPr>
              <a:spcAft>
                <a:spcPts val="1200"/>
              </a:spcAft>
              <a:defRPr sz="2000"/>
            </a:pPr>
            <a:r>
              <a:t>Digital Electronics / DDCA classroom notes.</a:t>
            </a:r>
          </a:p>
          <a:p>
            <a:pPr>
              <a:spcAft>
                <a:spcPts val="1200"/>
              </a:spcAft>
              <a:defRPr sz="2000"/>
            </a:pPr>
            <a:r>
              <a:t>Standard Boolean algebra and combinational-circuit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
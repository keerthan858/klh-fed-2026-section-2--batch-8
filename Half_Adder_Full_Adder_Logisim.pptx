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73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5F8FF"/>
                </a:solidFill>
              </a:defRPr>
            </a:pPr>
            <a:r>
              <a:t>HALF ADDER &amp; FULL ADDER</a:t>
            </a:r>
          </a:p>
          <a:p>
            <a:pPr algn="ctr">
              <a:defRPr sz="2200">
                <a:solidFill>
                  <a:srgbClr val="FFBE46"/>
                </a:solidFill>
              </a:defRPr>
            </a:pPr>
            <a:r>
              <a:t>Digital Logic Design using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rPr lang="en-US" dirty="0">
                <a:solidFill>
                  <a:srgbClr val="CADCFC"/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                     Half Adder   |   Full Adder   |   Truth Tables   |   Logisim Simulation</a:t>
            </a:r>
          </a:p>
        </p:txBody>
      </p:sp>
      <p:sp>
        <p:nvSpPr>
          <p:cNvPr id="7" name="Shape 5"/>
          <p:cNvSpPr/>
          <p:nvPr/>
        </p:nvSpPr>
        <p:spPr>
          <a:xfrm>
            <a:off x="5271516" y="4709160"/>
            <a:ext cx="1645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98932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KLH-FED-2026-Section-2--Batch-8</a:t>
            </a:r>
            <a:endParaRPr lang="en-US" sz="1200" dirty="0"/>
          </a:p>
        </p:txBody>
      </p:sp>
      <p:sp>
        <p:nvSpPr>
          <p:cNvPr id="10" name="Text Box 9"/>
          <p:cNvSpPr txBox="1"/>
          <p:nvPr/>
        </p:nvSpPr>
        <p:spPr>
          <a:xfrm>
            <a:off x="2846070" y="6309360"/>
            <a:ext cx="80727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dirty="0">
                <a:solidFill>
                  <a:srgbClr val="9FB3E8"/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            github.com/Keerthan858/KLH-FED-2026-Section-2--Batch-</a:t>
            </a:r>
            <a:endParaRPr lang="en-US" sz="1600" dirty="0">
              <a:solidFill>
                <a:srgbClr val="9FB3E8"/>
              </a:solidFill>
              <a:latin typeface="Calibri" charset="0"/>
              <a:ea typeface="Calibri" pitchFamily="34" charset="-122"/>
              <a:cs typeface="Calibri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11" y="411637"/>
            <a:ext cx="11091094" cy="3200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11" y="713373"/>
            <a:ext cx="11091094" cy="7314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Members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11" y="1920319"/>
            <a:ext cx="11091094" cy="96007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17" y="2144335"/>
            <a:ext cx="1737270" cy="512037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6" name="Text 4"/>
          <p:cNvSpPr txBox="1"/>
          <p:nvPr/>
        </p:nvSpPr>
        <p:spPr>
          <a:xfrm>
            <a:off x="822917" y="2144335"/>
            <a:ext cx="1737270" cy="512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2620030661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834492" y="1920319"/>
            <a:ext cx="8530908" cy="960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Ande Keerthan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11" y="3017541"/>
            <a:ext cx="11091094" cy="96007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17" y="3241558"/>
            <a:ext cx="1737270" cy="512037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0" name="Text 8"/>
          <p:cNvSpPr txBox="1"/>
          <p:nvPr/>
        </p:nvSpPr>
        <p:spPr>
          <a:xfrm>
            <a:off x="822917" y="3241558"/>
            <a:ext cx="1737270" cy="512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2620030342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34492" y="3017541"/>
            <a:ext cx="8530908" cy="960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Pothuri Nagasai Anirudh Varma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11" y="4114764"/>
            <a:ext cx="11091094" cy="96007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17" y="4338781"/>
            <a:ext cx="1737270" cy="512037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4" name="Text 12"/>
          <p:cNvSpPr txBox="1"/>
          <p:nvPr/>
        </p:nvSpPr>
        <p:spPr>
          <a:xfrm>
            <a:off x="822917" y="4338781"/>
            <a:ext cx="1737270" cy="512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2620030346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34492" y="4114764"/>
            <a:ext cx="8530908" cy="960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Chinthapalli Siri Chandana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11" y="5211987"/>
            <a:ext cx="11091094" cy="96007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17" y="5436003"/>
            <a:ext cx="1737270" cy="512037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8" name="Text 16"/>
          <p:cNvSpPr txBox="1"/>
          <p:nvPr/>
        </p:nvSpPr>
        <p:spPr>
          <a:xfrm>
            <a:off x="822917" y="5436003"/>
            <a:ext cx="1737270" cy="512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2620030347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834492" y="5211987"/>
            <a:ext cx="8530908" cy="960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Saikam Nandhini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1548270" y="6446363"/>
            <a:ext cx="365741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11" y="6446363"/>
            <a:ext cx="5486114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Half Adder &amp; Full Adder Using Logisim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1. What is a Binary Adder?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A combinational circuit that adds binary numbers.</a:t>
            </a:r>
          </a:p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SUM is the result bit; CARRY is the overflow.</a:t>
            </a:r>
          </a:p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A core building block of ALUs, CPUs and calculators.</a:t>
            </a:r>
          </a:p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Two common circuits: Half Adder and Full Adder.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2. Half 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C8E1"/>
                </a:solidFill>
              </a:defRPr>
            </a:pPr>
            <a:r>
              <a:t>Adds two 1-bit binary inputs: A and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0062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</a:defRPr>
            </a:pPr>
            <a:r>
              <a:t>Inputs: A, B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</a:defRPr>
            </a:pPr>
            <a:r>
              <a:t>Outputs: Sum (S), Carry (C)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</a:defRPr>
            </a:pPr>
            <a:r>
              <a:t>SUM is produced by XOR:  S = A ⊕ B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</a:defRPr>
            </a:pPr>
            <a:r>
              <a:t>CARRY is produced by AND:  C = A ·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3</a:t>
            </a:r>
          </a:p>
        </p:txBody>
      </p:sp>
      <p:pic>
        <p:nvPicPr>
          <p:cNvPr id="13" name="Picture 12" descr="half_adder_circu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0000" y="2436363"/>
            <a:ext cx="5750000" cy="2927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3. Half Adder Truth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94183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F8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F8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F8FF"/>
                          </a:solidFill>
                        </a:defRPr>
                      </a:pPr>
                      <a:r>
                        <a:t>SUM (A⊕B)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F8FF"/>
                          </a:solidFill>
                        </a:defRPr>
                      </a:pPr>
                      <a:r>
                        <a:t>CARRY (A·B)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4. Half Adder in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C8E1"/>
                </a:solidFill>
              </a:defRPr>
            </a:pPr>
            <a:r>
              <a:t>Build and test the circuit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Place two Input Pins (A, B).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Add an XOR gate (SUM) and an AND gate (CARRY).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Connect A and B to both gates.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Attach Output Pins/LEDs to SUM and CARRY.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Toggle inputs and check all 4 truth-table 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5. Full 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C8E1"/>
                </a:solidFill>
              </a:defRPr>
            </a:pPr>
            <a:r>
              <a:t>Adds A, B and Carry-In (Cin)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Inputs: A, B, Cin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Outputs: SUM and Carry-Out (Cout)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SUM = A ⊕ B ⊕ Cin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Cout = AB + Cin(A ⊕ B)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Built from two Half Adders + one OR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6. Full Adder Truth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325880"/>
          <a:ext cx="102412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/>
                <a:gridCol w="2048256"/>
                <a:gridCol w="2048256"/>
                <a:gridCol w="2048256"/>
                <a:gridCol w="2048256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F8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F8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F8FF"/>
                          </a:solidFill>
                        </a:defRPr>
                      </a:pPr>
                      <a:r>
                        <a:t>Cin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F8FF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F8FF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7. Full Adder using Two Half Adders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C8E1"/>
                </a:solidFill>
              </a:defRPr>
            </a:pPr>
            <a:r>
              <a:t>Two Half Adders + one OR gate — modular, easy to build, test and expand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8</a:t>
            </a:r>
          </a:p>
        </p:txBody>
      </p:sp>
      <p:pic>
        <p:nvPicPr>
          <p:cNvPr id="11" name="Picture 10" descr="full_adder_circu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675" y="1750000"/>
            <a:ext cx="9048648" cy="46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8. Full Adder in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C8E1"/>
                </a:solidFill>
              </a:defRPr>
            </a:pPr>
            <a:r>
              <a:t>Recommended component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8FF"/>
                </a:solidFill>
              </a:defRPr>
            </a:pPr>
            <a:r>
              <a:t>Inputs: A, B, Cin (3 Input Pins).</a:t>
            </a:r>
          </a:p>
          <a:p>
            <a:pPr>
              <a:spcAft>
                <a:spcPts val="1400"/>
              </a:spcAft>
              <a:defRPr sz="1900">
                <a:solidFill>
                  <a:srgbClr val="F5F8FF"/>
                </a:solidFill>
              </a:defRPr>
            </a:pPr>
            <a:r>
              <a:t>Create HA1 with XOR + AND.</a:t>
            </a:r>
          </a:p>
          <a:p>
            <a:pPr>
              <a:spcAft>
                <a:spcPts val="1400"/>
              </a:spcAft>
              <a:defRPr sz="1900">
                <a:solidFill>
                  <a:srgbClr val="F5F8FF"/>
                </a:solidFill>
              </a:defRPr>
            </a:pPr>
            <a:r>
              <a:t>Feed HA1 SUM into HA2 with Cin.</a:t>
            </a:r>
          </a:p>
          <a:p>
            <a:pPr>
              <a:spcAft>
                <a:spcPts val="1400"/>
              </a:spcAft>
              <a:defRPr sz="1900">
                <a:solidFill>
                  <a:srgbClr val="F5F8FF"/>
                </a:solidFill>
              </a:defRPr>
            </a:pPr>
            <a:r>
              <a:t>OR the two carry outputs to get Cout.</a:t>
            </a:r>
          </a:p>
          <a:p>
            <a:pPr>
              <a:spcAft>
                <a:spcPts val="1400"/>
              </a:spcAft>
              <a:defRPr sz="1900">
                <a:solidFill>
                  <a:srgbClr val="F5F8FF"/>
                </a:solidFill>
              </a:defRPr>
            </a:pPr>
            <a:r>
              <a:t>Two Output Pins/LEDs for SUM and Cout.</a:t>
            </a:r>
          </a:p>
          <a:p>
            <a:pPr>
              <a:spcAft>
                <a:spcPts val="1400"/>
              </a:spcAft>
              <a:defRPr sz="1900">
                <a:solidFill>
                  <a:srgbClr val="F5F8FF"/>
                </a:solidFill>
              </a:defRPr>
            </a:pPr>
            <a:r>
              <a:t>Test all 8 input combinations.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9. Half Adder vs Full Adder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463040"/>
          <a:ext cx="101498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5F8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5F8FF"/>
                          </a:solidFill>
                        </a:defRPr>
                      </a:pPr>
                      <a:r>
                        <a:t>Half Adder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5F8FF"/>
                          </a:solidFill>
                        </a:defRPr>
                      </a:pPr>
                      <a:r>
                        <a:t>Full Adder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Inputs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2 (A, B)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3 (A, B, Cin)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Outputs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SUM, Carry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SUM, Cout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Carry-In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Not supported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Supported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Typical use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LSB/basic addition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Multi-bit binary addition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Expansion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5F8FF"/>
                          </a:solidFill>
                        </a:defRPr>
                      </a:pPr>
                      <a:r>
                        <a:t>Can be cascaded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10.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Half Adder = XOR + AND</a:t>
            </a:r>
          </a:p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Full Adder = two Half Adders + OR</a:t>
            </a:r>
          </a:p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Carry-In lets Full Adders chain for multi-bit addition.</a:t>
            </a:r>
          </a:p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Logisim makes gate-level design and testing easy.</a:t>
            </a:r>
          </a:p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Always test every input combination before trusting the circuit.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F8FF"/>
                </a:solidFill>
              </a:defRPr>
            </a:pPr>
            <a:r>
              <a:t>THANK YOU</a:t>
            </a:r>
          </a:p>
          <a:p>
            <a:pPr algn="ctr">
              <a:defRPr sz="2800">
                <a:solidFill>
                  <a:srgbClr val="FFBE46"/>
                </a:solidFill>
              </a:defRPr>
            </a:pPr>
            <a:r>
              <a:t>Questions?</a:t>
            </a:r>
          </a:p>
          <a:p>
            <a:pPr algn="ctr">
              <a:defRPr sz="1800">
                <a:solidFill>
                  <a:srgbClr val="BEC8E1"/>
                </a:solidFill>
              </a:defRPr>
            </a:pPr>
            <a:r>
              <a:t>Half Adder • Full Adder •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2236</Words>
  <Application>WPS Presentation</Application>
  <PresentationFormat>On-screen Show (4:3)</PresentationFormat>
  <Paragraphs>290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MS PGothic</vt:lpstr>
      <vt:lpstr>Calibri</vt:lpstr>
      <vt:lpstr>Calibri</vt:lpstr>
      <vt:lpstr>Cambria</vt:lpstr>
      <vt:lpstr>Cambria</vt:lpstr>
      <vt:lpstr>Cambria</vt:lpstr>
      <vt:lpstr>苹方-简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Keerthan Ande</cp:lastModifiedBy>
  <cp:revision>2</cp:revision>
  <dcterms:created xsi:type="dcterms:W3CDTF">2026-09-01T11:30:24Z</dcterms:created>
  <dcterms:modified xsi:type="dcterms:W3CDTF">2026-09-01T11:30:24Z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1033-12.1.28492.28492</vt:lpwstr>
  </property>
  <property fmtid="{D5CDD505-2E9C-101B-9397-08002B2CF9AE}" pid="3" name="ICV">
    <vt:lpwstr>A1380952FA0D9CA550B7966AF61B82DC_43</vt:lpwstr>
  </property>
</Properties>
</file>